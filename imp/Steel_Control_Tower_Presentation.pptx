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Steel Inbound Control Tower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Decision Layer for Raw Material Inbound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Fragmented data across ERP, Excel, WhatsApp</a:t>
            </a:r>
          </a:p>
          <a:p>
            <a:r>
              <a:t>No unified visibility</a:t>
            </a:r>
          </a:p>
          <a:p>
            <a:r>
              <a:t>Delayed decision 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control tower</a:t>
            </a:r>
          </a:p>
          <a:p>
            <a:r>
              <a:t>Real-time visibility</a:t>
            </a:r>
          </a:p>
          <a:p>
            <a:r>
              <a:t>Stock risk prediction</a:t>
            </a:r>
          </a:p>
          <a:p>
            <a:r>
              <a:t>Exception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System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Ingestion → Normalization → State Engine → Stock Cover → Alerts →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ERP extracts</a:t>
            </a:r>
          </a:p>
          <a:p>
            <a:r>
              <a:t>Shipment Excel</a:t>
            </a:r>
          </a:p>
          <a:p>
            <a:r>
              <a:t>Stock files</a:t>
            </a:r>
          </a:p>
          <a:p>
            <a:r>
              <a:t>Email updates</a:t>
            </a:r>
          </a:p>
          <a:p>
            <a:r>
              <a:t>AIS vessel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Material State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 Water</a:t>
            </a:r>
          </a:p>
          <a:p>
            <a:r>
              <a:t>At Port</a:t>
            </a:r>
          </a:p>
          <a:p>
            <a:r>
              <a:t>Discharging</a:t>
            </a:r>
          </a:p>
          <a:p>
            <a:r>
              <a:t>In Transit</a:t>
            </a:r>
          </a:p>
          <a:p>
            <a:r>
              <a:t>Available to Consume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Stock Cover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Combines stock + incoming</a:t>
            </a:r>
          </a:p>
          <a:p>
            <a:r>
              <a:t>Calculates days of cover</a:t>
            </a:r>
          </a:p>
          <a:p>
            <a:r>
              <a:t>Predicts risk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Detects delays</a:t>
            </a:r>
          </a:p>
          <a:p>
            <a:r>
              <a:t>Triggers alerts</a:t>
            </a:r>
          </a:p>
          <a:p>
            <a:r>
              <a:t>Assigns owners</a:t>
            </a:r>
          </a:p>
          <a:p>
            <a:r>
              <a:t>Tracks resolution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Plant risk view</a:t>
            </a:r>
          </a:p>
          <a:p>
            <a:r>
              <a:t>Shipment tracking</a:t>
            </a:r>
          </a:p>
          <a:p>
            <a:r>
              <a:t>Exception board</a:t>
            </a:r>
          </a:p>
          <a:p>
            <a:r>
              <a:t>Port 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Inland Movement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Truck/Rail tracking</a:t>
            </a:r>
          </a:p>
          <a:p>
            <a:r>
              <a:t>Estimated transit time</a:t>
            </a:r>
          </a:p>
          <a:p>
            <a:r>
              <a:t>Confidence-based modeling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Confidence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High: confirmed</a:t>
            </a:r>
          </a:p>
          <a:p>
            <a:r>
              <a:t>Medium: port/discharge</a:t>
            </a:r>
          </a:p>
          <a:p>
            <a:r>
              <a:t>Low: estimated transit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Onboarding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3 files</a:t>
            </a:r>
          </a:p>
          <a:p>
            <a:r>
              <a:t>System computes risk</a:t>
            </a:r>
          </a:p>
          <a:p>
            <a:r>
              <a:t>No heavy integration needed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→ Email → AIS → ERP</a:t>
            </a:r>
          </a:p>
          <a:p>
            <a:r>
              <a:t>Progressive automation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 stockouts</a:t>
            </a:r>
          </a:p>
          <a:p>
            <a:r>
              <a:t>Reduce demurrage</a:t>
            </a:r>
          </a:p>
          <a:p>
            <a:r>
              <a:t>Faster decisions</a:t>
            </a:r>
          </a:p>
          <a:p>
            <a:r>
              <a:t>Single source of truth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a tracking tool</a:t>
            </a:r>
          </a:p>
          <a:p>
            <a:r>
              <a:t>A decision system</a:t>
            </a:r>
          </a:p>
          <a:p>
            <a:r>
              <a:t>Built for imperfect real-world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